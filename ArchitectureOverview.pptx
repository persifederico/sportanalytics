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122CE-66C6-491C-925C-9816BF538F1F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1A339-7E25-4D6A-BAB0-842368DCD4F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2655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https://medium.com/data-science/running-smart-with-machine-learning-and-strava-9ba186decde0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1A339-7E25-4D6A-BAB0-842368DCD4F4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2702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A9FA4-CCA8-BB12-261F-4A620E29A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491A9-C587-A7D1-4F8A-B67434430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561B8-8ABB-4E8F-871C-010967533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1001-FAF9-40D9-89F8-E5CD8D25D666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064FC-6C5E-62B4-8E81-C4223EA8E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3B6A5-DE78-C04E-1B72-72FFC509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58FB-89FB-4EFD-A9B7-9D5D1D5CD7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8724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EC89-B0F1-4F45-51E0-8BACC54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A1039-F6A8-15F0-81DF-B5018A49C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61789-BE8B-C169-DE94-21211380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1001-FAF9-40D9-89F8-E5CD8D25D666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076B8-C56F-1AC0-6F4C-BAA469D0D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2A5-6951-2BED-4A87-84DC7B00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58FB-89FB-4EFD-A9B7-9D5D1D5CD7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195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07577-3970-144E-228A-5F82C8EA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73ADA-1635-AF76-CCCB-2DA15EE43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C5333-928E-DB00-F17A-910F3CD3B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1001-FAF9-40D9-89F8-E5CD8D25D666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03AD-6370-625E-0D66-36EC45F18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CD4DD-44A4-15E6-9A64-FE6294EB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58FB-89FB-4EFD-A9B7-9D5D1D5CD7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556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C2CC2-4B91-9022-694D-74F68D0F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CDB22-2C79-9050-10B3-84B1FE90B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165AF-BD6F-3C34-B682-CA2CB8524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8A88E-D950-0DAE-7B6E-5935B2650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1001-FAF9-40D9-89F8-E5CD8D25D666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EC5AA-C4D2-F26C-5670-406BA3B4B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4033E-1B9A-7BB3-ADE6-93699C502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58FB-89FB-4EFD-A9B7-9D5D1D5CD7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414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D6EA-B17D-85B5-1762-8AE8115D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B185A-73F6-C7F9-D9CF-F46804B74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576B7-E763-804A-E6EC-402B064B8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017FF-9155-A668-02DC-B73225B79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F709B-786F-F0EE-C6E0-E5517EA13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8D556-5C67-121E-BA24-6511D75B7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1001-FAF9-40D9-89F8-E5CD8D25D666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BF6F3F-DA14-F53C-0796-08842E28D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5164B-7934-100F-09F0-1FBF5E51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58FB-89FB-4EFD-A9B7-9D5D1D5CD7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451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CF86C-66DC-4B4C-F181-883647466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11D4-FB1B-2547-3024-C1D9D3B66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1001-FAF9-40D9-89F8-E5CD8D25D666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F0ABB-F055-F1CB-AA84-7D44FA5A4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85939-8783-6371-EDC7-CC5A2DDD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58FB-89FB-4EFD-A9B7-9D5D1D5CD7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3383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5443C-F8A4-E537-BB25-B16AF8D9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1001-FAF9-40D9-89F8-E5CD8D25D666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55C0F-A965-40C7-B608-50B94BA2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F9CDE-C14A-DBA5-A3D2-846C2A35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58FB-89FB-4EFD-A9B7-9D5D1D5CD7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693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0454-7EEB-6844-EF4A-F32818579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11941-35E0-F774-DA9F-FFFC8CB3D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ED0BD-CDFC-667D-7B12-C8E92C3B1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006C7-0833-83DA-4DE9-2C62FB955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1001-FAF9-40D9-89F8-E5CD8D25D666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3E8AF-1901-4EC9-8C99-667E39FC7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1E9DF-3BA1-13F1-1050-81C23C442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58FB-89FB-4EFD-A9B7-9D5D1D5CD7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3284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E9D7-B665-F044-045D-94960187A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E9C56-9ABC-5A40-8EB3-CF258C0F0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F6954-199F-D9EE-BC8A-4D871B601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F79E7-8ABB-4A0A-4A1D-3A23DECD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1001-FAF9-40D9-89F8-E5CD8D25D666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1069B-664C-4DF2-226B-F34BC2188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F9B9D-84BB-67B4-E102-A17AC29B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58FB-89FB-4EFD-A9B7-9D5D1D5CD7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268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6B695-8054-CD43-76AD-81CE5BB7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48582-DB85-08B6-70E8-01A7516D6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0CA2B-CAE7-B6CC-378D-678E50B44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1001-FAF9-40D9-89F8-E5CD8D25D666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8E1C9-9654-44BD-93D2-D46CC3D09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9D0C8-BDAA-A924-005E-945C9327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58FB-89FB-4EFD-A9B7-9D5D1D5CD7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234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7DADAC-2BFC-7BCD-BB07-4DCA10CE6E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C54DE-7357-B39F-6F57-6C93E1D15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B096B-93B1-BF22-5A3C-197DCFC04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1001-FAF9-40D9-89F8-E5CD8D25D666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BB9DF-1702-0E4F-A94D-7C012F0BA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5701C-4A68-639C-A877-C7251B97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58FB-89FB-4EFD-A9B7-9D5D1D5CD7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1436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8D87AC-5F92-B62C-3DCD-F74C0A673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96BA1-4C60-0C5B-59E3-B6F3A9F65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9793C-73A0-AB74-651D-3EB2E35C4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C1001-FAF9-40D9-89F8-E5CD8D25D666}" type="datetimeFigureOut">
              <a:rPr lang="nl-NL" smtClean="0"/>
              <a:t>6-8-2026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2D558-1E35-42FF-6295-533A55C39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6BEBD-5E5F-EC2F-ADCF-A750827B9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F58FB-89FB-4EFD-A9B7-9D5D1D5CD72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218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AE9EE1F0-4D85-10FA-9F44-A7F11DA89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118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Persi, F. (Federico)</dc:creator>
  <cp:lastModifiedBy>Persi, F. (Federico)</cp:lastModifiedBy>
  <cp:revision>2</cp:revision>
  <dcterms:created xsi:type="dcterms:W3CDTF">2026-08-06T14:17:54Z</dcterms:created>
  <dcterms:modified xsi:type="dcterms:W3CDTF">2026-08-06T14:20:24Z</dcterms:modified>
</cp:coreProperties>
</file>